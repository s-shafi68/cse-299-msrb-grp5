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Sci-kit learn Recreation and Implementation</a:t>
            </a:r>
          </a:p>
          <a:p/>
          <a:p>
            <a:r>
              <a:t>Team: Salman Shafi - Jarinah Tasnim - Jesmin Akter - Sazid Rahman Bhuiyan</a:t>
            </a:r>
          </a:p>
          <a:p/>
          <a:p>
            <a:r>
              <a:t>Supervisor: [Mohammad Shifat-E-Rabbi], Assistant Professor,ECE department</a:t>
            </a:r>
          </a:p>
          <a:p/>
          <a:p>
            <a:r>
              <a:t>Repository: Public GitHub with source code, weekly reports, and demo videos (https://github.com/S-Shafi68/CSE-299-MSRB-grp5/tree/main)</a:t>
            </a:r>
          </a:p>
          <a:p/>
          <a:p>
            <a:r>
              <a:t>What this project delivers:</a:t>
            </a:r>
          </a:p>
          <a:p>
            <a:r>
              <a:t>- A scikit-learn style API implemented from scratch in Python</a:t>
            </a:r>
          </a:p>
          <a:p>
            <a:r>
              <a:t>- End-to-end pipeline: data → preprocessing → feature selection → modeling → tuning → evaluation → persistence → results</a:t>
            </a:r>
          </a:p>
          <a:p>
            <a:r>
              <a:t>- Unified CLI to train, predict, tune, and evaluate</a:t>
            </a:r>
          </a:p>
          <a:p>
            <a:r>
              <a:t>- Reproducible experiments, tests, and saved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</a:t>
            </a:r>
          </a:p>
          <a:p>
            <a:r>
              <a:t>- Learn ML deeply by implementing core algorithms and pipelines from scratch</a:t>
            </a:r>
          </a:p>
          <a:p>
            <a:r>
              <a:t>- Ensure transparency, reproducibility, and educational value</a:t>
            </a:r>
          </a:p>
          <a:p>
            <a:r>
              <a:t>- Provide a unified CLI to standardize experiments</a:t>
            </a:r>
          </a:p>
          <a:p/>
          <a:p>
            <a:r>
              <a:t>Objectives</a:t>
            </a:r>
          </a:p>
          <a:p>
            <a:r>
              <a:t>- Consistent estimator/transformer API: fit, transform, predict, score, get_params, set_params</a:t>
            </a:r>
          </a:p>
          <a:p>
            <a:r>
              <a:t>- Preprocessing: scaling, encoding; Feature selection: filter + wrapper</a:t>
            </a:r>
          </a:p>
          <a:p>
            <a:r>
              <a:t>- Classical ML models: regression, classification, clustering, PCA</a:t>
            </a:r>
          </a:p>
          <a:p>
            <a:r>
              <a:t>- Utilities: metrics, validation, grid search, pipelines, model I/O, results logging</a:t>
            </a:r>
          </a:p>
          <a:p>
            <a:r>
              <a:t>- Tests, weekly experiment scripts, and curated RESULTS folder</a:t>
            </a:r>
          </a:p>
          <a:p/>
          <a:p>
            <a:r>
              <a:t>Outcomes</a:t>
            </a:r>
          </a:p>
          <a:p>
            <a:r>
              <a:t>- Working toolkit with demos and results</a:t>
            </a:r>
          </a:p>
          <a:p>
            <a:r>
              <a:t>- Reproducible workflows and artifact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Figure: System architecture — CLI-to-core pipeline</a:t>
            </a:r>
          </a:p>
          <a:p/>
          <a:p>
            <a:r>
              <a:t>Core layout and data flow</a:t>
            </a:r>
          </a:p>
          <a:p>
            <a:r>
              <a:t>- CLI (main.py): dispatches to pipelines; sets datasets, preprocessing, models, hyperparameters, outputs</a:t>
            </a:r>
          </a:p>
          <a:p>
            <a:r>
              <a:t>- preprocessing/: StandardScaler, MinMaxScaler, LabelEncoder, OneHotEncoder, SelectKBest, RFE</a:t>
            </a:r>
          </a:p>
          <a:p>
            <a:r>
              <a:t>- models/: Linear, Ridge, Lasso, Logistic, SVM, KNN, DecisionTree, RandomForest, KMeans, DBSCAN, Agglomerative, PCA</a:t>
            </a:r>
          </a:p>
          <a:p>
            <a:r>
              <a:t>- utils/: data_loader, metrics (classification/regression/clustering), validation, grid_search, pipeline, model_persistence, results, logger, config</a:t>
            </a:r>
          </a:p>
          <a:p>
            <a:r>
              <a:t>- Surrounding assets: DATA (raw/splits), RESULTS (metrics, models, logs), tests (unit/smoke)</a:t>
            </a:r>
          </a:p>
          <a:p/>
          <a:p>
            <a:r>
              <a:t>Key principle</a:t>
            </a:r>
          </a:p>
          <a:p>
            <a:r>
              <a:t>- Consistent API contracts across all components enable interchangeable pipelines and CLI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Design &amp;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principles</a:t>
            </a:r>
          </a:p>
          <a:p>
            <a:r>
              <a:t>- Estimators/Transformers expose:</a:t>
            </a:r>
          </a:p>
          <a:p>
            <a:r>
              <a:t>  - fit(X, y=None): learn parameters/statistics</a:t>
            </a:r>
          </a:p>
          <a:p>
            <a:r>
              <a:t>  - predict(X) or transform(X): inference or feature mapping</a:t>
            </a:r>
          </a:p>
          <a:p>
            <a:r>
              <a:t>  - fit_transform(X): convenience for transformers</a:t>
            </a:r>
          </a:p>
          <a:p>
            <a:r>
              <a:t>  - score(X, y): task-appropriate metric</a:t>
            </a:r>
          </a:p>
          <a:p>
            <a:r>
              <a:t>  - get_params()/set_params(): hyperparameter control and tuning</a:t>
            </a:r>
          </a:p>
          <a:p>
            <a:r>
              <a:t>- Learned attributes: n_features_in_, classes_, coefficients, cluster centers, explained_variance_ratio_ (as applicable)</a:t>
            </a:r>
          </a:p>
          <a:p/>
          <a:p>
            <a:r>
              <a:t>Why this matters</a:t>
            </a:r>
          </a:p>
          <a:p>
            <a:r>
              <a:t>- Consistent composition in pipelines</a:t>
            </a:r>
          </a:p>
          <a:p>
            <a:r>
              <a:t>- CLI can pass parameters without custom glue code</a:t>
            </a:r>
          </a:p>
          <a:p>
            <a:r>
              <a:t>- Grid/randomized search can sweep hyperparameters safely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&amp; 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Transformers</a:t>
            </a:r>
          </a:p>
          <a:p>
            <a:r>
              <a:t>- StandardScaler: mean/std normalization; guards zero-variance; inverse_transform supported</a:t>
            </a:r>
          </a:p>
          <a:p>
            <a:r>
              <a:t>- MinMaxScaler: feature scaling to [min, max]; inverse_transform supported</a:t>
            </a:r>
          </a:p>
          <a:p>
            <a:r>
              <a:t>- LabelEncoder: integer encoding for categorical labels/features</a:t>
            </a:r>
          </a:p>
          <a:p>
            <a:r>
              <a:t>- OneHotEncoder: binary expansion for categories; improves linear and distance-based models</a:t>
            </a:r>
          </a:p>
          <a:p/>
          <a:p>
            <a:r>
              <a:t>Feature selection</a:t>
            </a:r>
          </a:p>
          <a:p>
            <a:r>
              <a:t>- SelectKBest: filter-based scoring to keep top-K features</a:t>
            </a:r>
          </a:p>
          <a:p>
            <a:r>
              <a:t>- RFE: wrapper method that recursively eliminates least-important features using an estimator</a:t>
            </a:r>
          </a:p>
          <a:p/>
          <a:p>
            <a:r>
              <a:t>Best practices implemented</a:t>
            </a:r>
          </a:p>
          <a:p>
            <a:r>
              <a:t>- Track n_features_in_ for safety</a:t>
            </a:r>
          </a:p>
          <a:p>
            <a:r>
              <a:t>- Work seamlessly in pipelines and persist with models</a:t>
            </a:r>
          </a:p>
          <a:p>
            <a:r>
              <a:t>- Improve stability and performance for SVM/KNN and linear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Validation, Splits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utilities</a:t>
            </a:r>
          </a:p>
          <a:p>
            <a:r>
              <a:t>- Train/test splits with random_state for reproducibility</a:t>
            </a:r>
          </a:p>
          <a:p>
            <a:r>
              <a:t>- Optional stratification for classification tasks</a:t>
            </a:r>
          </a:p>
          <a:p/>
          <a:p>
            <a:r>
              <a:t>Metrics library</a:t>
            </a:r>
          </a:p>
          <a:p>
            <a:r>
              <a:t>- Classification: accuracy, precision, recall, F1</a:t>
            </a:r>
          </a:p>
          <a:p>
            <a:r>
              <a:t>- Regression: MAE, RMSE, R2</a:t>
            </a:r>
          </a:p>
          <a:p>
            <a:r>
              <a:t>- Clustering: silhouette, ARI (when labels exist)</a:t>
            </a:r>
          </a:p>
          <a:p/>
          <a:p>
            <a:r>
              <a:t>Experiment structure</a:t>
            </a:r>
          </a:p>
          <a:p>
            <a:r>
              <a:t>- Clear separation between training and evaluation</a:t>
            </a:r>
          </a:p>
          <a:p>
            <a:r>
              <a:t>- Metrics saved to RESULTS for auditability and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Models: Regression &amp;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</a:t>
            </a:r>
          </a:p>
          <a:p>
            <a:r>
              <a:t>- LinearRegression: closed-form OLS via pseudo-inverse</a:t>
            </a:r>
          </a:p>
          <a:p>
            <a:r>
              <a:t>- Ridge: L2-regularized regression for stability under multicollinearity</a:t>
            </a:r>
          </a:p>
          <a:p>
            <a:r>
              <a:t>- Lasso: coordinate descent for sparsity and feature selection</a:t>
            </a:r>
          </a:p>
          <a:p/>
          <a:p>
            <a:r>
              <a:t>Classification</a:t>
            </a:r>
          </a:p>
          <a:p>
            <a:r>
              <a:t>- LogisticRegression: one-vs-rest for multiclass</a:t>
            </a:r>
          </a:p>
          <a:p>
            <a:r>
              <a:t>- SupportVectorMachine (SVM): linear and RBF kernels with tunable C and gamma</a:t>
            </a:r>
          </a:p>
          <a:p>
            <a:r>
              <a:t>- KNearestNeighbors (KNN): multiple distance metrics (euclidean, manhattan, cosine) and optional distance weighting</a:t>
            </a:r>
          </a:p>
          <a:p/>
          <a:p>
            <a:r>
              <a:t>Key insights</a:t>
            </a:r>
          </a:p>
          <a:p>
            <a:r>
              <a:t>- Scaling is essential for SVM and KNN</a:t>
            </a:r>
          </a:p>
          <a:p>
            <a:r>
              <a:t>- Ridge often outperforms OLS on noisy data</a:t>
            </a:r>
          </a:p>
          <a:p>
            <a:r>
              <a:t>- Lasso promotes sparse, interpretable solutions with tuned alpha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Models: Trees, Ensembles, Clustering,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Trees &amp; Ensembles</a:t>
            </a:r>
          </a:p>
          <a:p>
            <a:r>
              <a:t>- DecisionTreeClassifier: interpretable splits; early-stopping controls</a:t>
            </a:r>
          </a:p>
          <a:p>
            <a:r>
              <a:t>- RandomForestClassifier: ensemble of trees; robust generalization with minimal tuning</a:t>
            </a:r>
          </a:p>
          <a:p/>
          <a:p>
            <a:r>
              <a:t>Clustering</a:t>
            </a:r>
          </a:p>
          <a:p>
            <a:r>
              <a:t>- KMeans: k-means++ initialization, inertia monitoring, convergence checks</a:t>
            </a:r>
          </a:p>
          <a:p>
            <a:r>
              <a:t>- DBSCAN: density-based clusters via eps and min_samples</a:t>
            </a:r>
          </a:p>
          <a:p>
            <a:r>
              <a:t>- Agglomerative: hierarchical clustering with linkage options</a:t>
            </a:r>
          </a:p>
          <a:p/>
          <a:p>
            <a:r>
              <a:t>Dimensionality Reduction</a:t>
            </a:r>
          </a:p>
          <a:p>
            <a:r>
              <a:t>- PCA: principal components for variance preservation; explained_variance_ratio_ to guide component count</a:t>
            </a:r>
          </a:p>
          <a:p>
            <a:r>
              <a:t>- Benefit: mitigates high dimensionality after one-hot encoding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&amp; Commands (Execution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CLI</a:t>
            </a:r>
          </a:p>
          <a:p>
            <a:r>
              <a:t>- Tasks: train, predict, tune, eval</a:t>
            </a:r>
          </a:p>
          <a:p>
            <a:r>
              <a:t>- Key arguments: dataset paths, model type, scaler/encoder options, feature selection, hyperparameters, output destinations</a:t>
            </a:r>
          </a:p>
          <a:p/>
          <a:p>
            <a:r>
              <a:t>Reproducible runs</a:t>
            </a:r>
          </a:p>
          <a:p>
            <a:r>
              <a:t>- Weekly bash scripts encapsulate experiments (datasets, models, tuning strategies)</a:t>
            </a:r>
          </a:p>
          <a:p>
            <a:r>
              <a:t>- Standardized flags ensure consistent behavior across models</a:t>
            </a:r>
          </a:p>
          <a:p>
            <a:r>
              <a:t>- Artifacts (models, metrics, logs) saved deterministically to RESULTS</a:t>
            </a:r>
          </a:p>
          <a:p/>
          <a:p>
            <a:r>
              <a:t>What this enables</a:t>
            </a:r>
          </a:p>
          <a:p>
            <a:r>
              <a:t>- Hands-free experiment execution</a:t>
            </a:r>
          </a:p>
          <a:p>
            <a:r>
              <a:t>- Easy reruns, comparisons, and demos</a:t>
            </a:r>
          </a:p>
          <a:p>
            <a:r>
              <a:t>- Clear provenance for every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Figure: ML workflow with iterative tuning loops</a:t>
            </a:r>
          </a:p>
          <a:p/>
          <a:p>
            <a:r>
              <a:t>Stages</a:t>
            </a:r>
          </a:p>
          <a:p>
            <a:r>
              <a:t>1) Load data (CSV or pre-splits)</a:t>
            </a:r>
          </a:p>
          <a:p>
            <a:r>
              <a:t>2) Preprocess/encode (scaling, one-hot, label encoding)</a:t>
            </a:r>
          </a:p>
          <a:p>
            <a:r>
              <a:t>3) Feature selection (optional)</a:t>
            </a:r>
          </a:p>
          <a:p>
            <a:r>
              <a:t>4) Train estimator (model fit)</a:t>
            </a:r>
          </a:p>
          <a:p>
            <a:r>
              <a:t>5) Tune (grid/randomized search)</a:t>
            </a:r>
          </a:p>
          <a:p>
            <a:r>
              <a:t>6) Evaluate (task metrics)</a:t>
            </a:r>
          </a:p>
          <a:p>
            <a:r>
              <a:t>7) Save model and metrics (RESULTS)</a:t>
            </a:r>
          </a:p>
          <a:p>
            <a:r>
              <a:t>8) Log artifacts (reproducibility)</a:t>
            </a:r>
          </a:p>
          <a:p/>
          <a:p>
            <a:r>
              <a:t>Iterative loop</a:t>
            </a:r>
          </a:p>
          <a:p>
            <a:r>
              <a:t>- Revisit preprocessing/feature selection/tuning based on metrics and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Splits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assets</a:t>
            </a:r>
          </a:p>
          <a:p>
            <a:r>
              <a:t>- Raw dataset(s) and pre-split files: X_train.csv, y_train.csv, X_test.csv, y_test.csv</a:t>
            </a:r>
          </a:p>
          <a:p>
            <a:r>
              <a:t>- Consistent feature/target handling across training and evaluation</a:t>
            </a:r>
          </a:p>
          <a:p/>
          <a:p>
            <a:r>
              <a:t>Best practices applied</a:t>
            </a:r>
          </a:p>
          <a:p>
            <a:r>
              <a:t>- Fixed random_state for reproducibility</a:t>
            </a:r>
          </a:p>
          <a:p>
            <a:r>
              <a:t>- Input validation to avoid shape and dtype mismatches</a:t>
            </a:r>
          </a:p>
          <a:p>
            <a:r>
              <a:t>- Scaling and encoding applied consistently in train and predict paths</a:t>
            </a:r>
          </a:p>
          <a:p/>
          <a:p>
            <a:r>
              <a:t>Outcome</a:t>
            </a:r>
          </a:p>
          <a:p>
            <a:r>
              <a:t>- Stable, repeatable experiments with transparent preprocessing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Figure: Results and artifacts layout — reproducibility mapping</a:t>
            </a:r>
          </a:p>
          <a:p/>
          <a:p>
            <a:r>
              <a:t>RESULTS folder contents</a:t>
            </a:r>
          </a:p>
          <a:p>
            <a:r>
              <a:t>- metrics.json/.csv: per-run scores with model/dataset/params</a:t>
            </a:r>
          </a:p>
          <a:p>
            <a:r>
              <a:t>- models/*.pkl: persisted fitted models (and transformers when applicable)</a:t>
            </a:r>
          </a:p>
          <a:p>
            <a:r>
              <a:t>- logs/*.log: execution traces, parameter configs, timing</a:t>
            </a:r>
          </a:p>
          <a:p/>
          <a:p>
            <a:r>
              <a:t>Traceability</a:t>
            </a:r>
          </a:p>
          <a:p>
            <a:r>
              <a:t>- File naming encodes dataset, model, and key parameters</a:t>
            </a:r>
          </a:p>
          <a:p>
            <a:r>
              <a:t>- Scripts and tests link back to artifacts for verification</a:t>
            </a:r>
          </a:p>
          <a:p>
            <a:r>
              <a:t>- Weekly reports and demo videos document successful execution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Empirical observations</a:t>
            </a:r>
          </a:p>
          <a:p>
            <a:r>
              <a:t>- Scaling consistently improves SVM and KNN performance</a:t>
            </a:r>
          </a:p>
          <a:p>
            <a:r>
              <a:t>- Ridge shows better stability than OLS on noisy or correlated features</a:t>
            </a:r>
          </a:p>
          <a:p>
            <a:r>
              <a:t>- RandomForest provides strong baseline accuracy with minimal tuning</a:t>
            </a:r>
          </a:p>
          <a:p>
            <a:r>
              <a:t>- PCA helps when dimensionality inflates (e.g., after one-hot), often improving generalization</a:t>
            </a:r>
          </a:p>
          <a:p/>
          <a:p>
            <a:r>
              <a:t>Tuning outcomes</a:t>
            </a:r>
          </a:p>
          <a:p>
            <a:r>
              <a:t>- CLI-driven searches identify competitive hyperparameters</a:t>
            </a:r>
          </a:p>
          <a:p>
            <a:r>
              <a:t>- Best configs and scores recorded in RESULTS for future reuse</a:t>
            </a:r>
          </a:p>
          <a:p/>
          <a:p>
            <a:r>
              <a:t>Practical implications</a:t>
            </a:r>
          </a:p>
          <a:p>
            <a:r>
              <a:t>- Preprocessing choices strongly influence model behavior</a:t>
            </a:r>
          </a:p>
          <a:p>
            <a:r>
              <a:t>- Ensemble methods provide robust defaults; linear methods remain interpretable</a:t>
            </a:r>
          </a:p>
          <a:p>
            <a:r>
              <a:t>- Dimensionality reduction and feature selection reduce overfitting 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Testing, Quality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strategy</a:t>
            </a:r>
          </a:p>
          <a:p>
            <a:r>
              <a:t>- Smoke tests validate imports and basic behavior</a:t>
            </a:r>
          </a:p>
          <a:p>
            <a:r>
              <a:t>- Unit tests check transformer round-trips, learned attributes, and shapes</a:t>
            </a:r>
          </a:p>
          <a:p>
            <a:r>
              <a:t>- Determinism enforced via random_state where applicable</a:t>
            </a:r>
          </a:p>
          <a:p/>
          <a:p>
            <a:r>
              <a:t>Reproducibility pipeline</a:t>
            </a:r>
          </a:p>
          <a:p>
            <a:r>
              <a:t>- CLI + scripts → consistent commands</a:t>
            </a:r>
          </a:p>
          <a:p>
            <a:r>
              <a:t>- RESULTS + logs → audit trails</a:t>
            </a:r>
          </a:p>
          <a:p>
            <a:r>
              <a:t>- Model persistence → faithful inference with same preprocessing</a:t>
            </a:r>
          </a:p>
          <a:p/>
          <a:p>
            <a:r>
              <a:t>Documentation</a:t>
            </a:r>
          </a:p>
          <a:p>
            <a:r>
              <a:t>- Weekly updates and demo videos confirm progress and functionality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Contributions, 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contributions (4 members)</a:t>
            </a:r>
          </a:p>
          <a:p>
            <a:r>
              <a:t>- Architecture &amp; API design; Preprocessing &amp; feature selection; Models &amp; PCA; CLI, experiments, results, persistence, tests</a:t>
            </a:r>
          </a:p>
          <a:p/>
          <a:p>
            <a:r>
              <a:t>Limitations</a:t>
            </a:r>
          </a:p>
          <a:p>
            <a:r>
              <a:t>- Educational focus over peak performance and scalability</a:t>
            </a:r>
          </a:p>
          <a:p>
            <a:r>
              <a:t>- Basic hyperparameter search compared to industrial tooling</a:t>
            </a:r>
          </a:p>
          <a:p>
            <a:r>
              <a:t>- Primarily tabular ML; limited visualization/GUI</a:t>
            </a:r>
          </a:p>
          <a:p/>
          <a:p>
            <a:r>
              <a:t>Future improvements</a:t>
            </a:r>
          </a:p>
          <a:p>
            <a:r>
              <a:t>- More models (e.g., gradient boosting, naive Bayes), stronger solvers and regularization</a:t>
            </a:r>
          </a:p>
          <a:p>
            <a:r>
              <a:t>- Cross-validation and nested CV in CLI; richer tuning strategies</a:t>
            </a:r>
          </a:p>
          <a:p>
            <a:r>
              <a:t>- pyproject packaging, CI smoke tests, auto-generated HTML reports/dashboards</a:t>
            </a:r>
          </a:p>
          <a:p/>
          <a:p>
            <a:r>
              <a:t>Thank you</a:t>
            </a:r>
          </a:p>
          <a:p>
            <a:r>
              <a:t>- Code, results, tests, weekly reports, and videos available in the repository</a:t>
            </a:r>
          </a:p>
          <a:p>
            <a:r>
              <a:t>- This toolkit demonstrates an end-to-end, transparent, reproducible ML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